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61" r:id="rId13"/>
    <p:sldId id="260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7B95E-A93B-49E7-8731-811466B8E377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B161E-D63D-443C-BD69-AFD52263FA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nk 2.jpg"/>
          <p:cNvPicPr>
            <a:picLocks noChangeAspect="1"/>
          </p:cNvPicPr>
          <p:nvPr/>
        </p:nvPicPr>
        <p:blipFill>
          <a:blip r:embed="rId2"/>
          <a:srcRect r="11111"/>
          <a:stretch>
            <a:fillRect/>
          </a:stretch>
        </p:blipFill>
        <p:spPr>
          <a:xfrm>
            <a:off x="0" y="0"/>
            <a:ext cx="9144000" cy="7086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28600"/>
            <a:ext cx="784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  <a:latin typeface="Copperplate Gothic Bold" pitchFamily="34" charset="0"/>
              </a:rPr>
              <a:t>ELITE CAPITAL BANK </a:t>
            </a:r>
            <a:endParaRPr lang="en-US" sz="5400" dirty="0">
              <a:solidFill>
                <a:schemeClr val="bg1"/>
              </a:solidFill>
              <a:latin typeface="Copperplate Gothic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2209800"/>
            <a:ext cx="3657600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mo" pitchFamily="34" charset="0"/>
                <a:ea typeface="Arimo" pitchFamily="34" charset="0"/>
                <a:cs typeface="Arimo" pitchFamily="34" charset="0"/>
              </a:rPr>
              <a:t>  G </a:t>
            </a:r>
            <a:r>
              <a:rPr lang="en-US" dirty="0" smtClean="0">
                <a:solidFill>
                  <a:schemeClr val="bg1"/>
                </a:solidFill>
                <a:latin typeface="Arimo" pitchFamily="34" charset="0"/>
                <a:ea typeface="Arimo" pitchFamily="34" charset="0"/>
                <a:cs typeface="Arimo" pitchFamily="34" charset="0"/>
              </a:rPr>
              <a:t>R O W  Y O U R  W E A L T H</a:t>
            </a:r>
            <a:endParaRPr lang="en-US" dirty="0">
              <a:solidFill>
                <a:schemeClr val="bg1"/>
              </a:solidFill>
              <a:latin typeface="Arimo" pitchFamily="34" charset="0"/>
              <a:ea typeface="Arimo" pitchFamily="34" charset="0"/>
              <a:cs typeface="Arimo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5791200"/>
            <a:ext cx="510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UNDER THE GUIDANCE :</a:t>
            </a:r>
            <a:endParaRPr lang="en-US" sz="20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Prof.K.RAJIV.,MCA.,M.PHIL.,B.ED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.,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nk 3.jpg"/>
          <p:cNvPicPr>
            <a:picLocks noChangeAspect="1"/>
          </p:cNvPicPr>
          <p:nvPr/>
        </p:nvPicPr>
        <p:blipFill>
          <a:blip r:embed="rId2"/>
          <a:srcRect r="871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400" y="457200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sz="3600" b="1" u="sng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7620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Team Members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Abstract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Modules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System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Analises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System Configuration(Development)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System Requirement(User’s System)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Conclusion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218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533400"/>
            <a:ext cx="4070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TEAM MEMBERS</a:t>
            </a:r>
            <a:endParaRPr lang="en-US" sz="3600" b="1" u="sng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752600"/>
            <a:ext cx="32912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GANESH.M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AAKASH.R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DHANUSH RAJA.M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MONISH.R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ARUN KUMAR.R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533400"/>
            <a:ext cx="2698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3600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3600" b="1" u="sng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38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Elite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Captial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Bank is a comprehensive platform designed to facilitate seamless financial operations for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admins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staff, and client.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enables administrators to manage user accounts, monitor transactions, add client, add staff, manage all account details and ensure regulatory compliance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Bank staff can efficiently handle daily operations, including customer support, add client, and transaction approvals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Customers can access their accounts, perform secure transactions, check balances, and apply for banking services through a user-friendly interface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533400"/>
            <a:ext cx="2518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MODULES</a:t>
            </a:r>
            <a:endParaRPr lang="en-US" sz="3600" b="1" u="sng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13716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038600"/>
            <a:ext cx="838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Admin Portal: </a:t>
            </a:r>
          </a:p>
          <a:p>
            <a:pPr algn="just"/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The Admin Login Module allows authorized bank administrators to access and manage the banking system.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Admins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oversee customer and staff activities, monitor transactions, and ensure regulatory compliance. 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" y="15240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1.Home: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The Homepage Module serves as the entry point of the banking system, providing users with an overview of available services, navigation options, and essential banking information. It ensures a seamless user experience while maintaining security and accessibility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534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 Staff portal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Staff Login Module is designed for bank employees to assist customers, process transactions, add clients, update client account and manage banking services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905000"/>
            <a:ext cx="8686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Client Portal:</a:t>
            </a:r>
          </a:p>
          <a:p>
            <a:pPr algn="just"/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The Client Login Module enables clients to access their accounts, view balances, deposits funds, withdrawals funds, transfer funds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and Print bank statement securely.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853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Join Us: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Register/Login Module provides authentication and authorization for clients. It ensures secure access to the banking system.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533400"/>
            <a:ext cx="8610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Terms &amp; Conditions: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The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Terms &amp; Conditions Module outlines the legal agreement between the bank and its clients. It defines the rules, responsibilities, and policies governing the use of banking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services</a:t>
            </a:r>
          </a:p>
          <a:p>
            <a:pPr algn="just"/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04800" y="304800"/>
            <a:ext cx="8610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solidFill>
                  <a:schemeClr val="bg1"/>
                </a:solidFill>
              </a:rPr>
              <a:t>6. About as</a:t>
            </a:r>
            <a:r>
              <a:rPr lang="en-US" sz="2400" dirty="0" smtClean="0">
                <a:solidFill>
                  <a:schemeClr val="bg1"/>
                </a:solidFill>
              </a:rPr>
              <a:t>:</a:t>
            </a:r>
          </a:p>
          <a:p>
            <a:pPr algn="just"/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r>
              <a:rPr lang="en-US" sz="2400" dirty="0" smtClean="0">
                <a:solidFill>
                  <a:schemeClr val="bg1"/>
                </a:solidFill>
              </a:rPr>
              <a:t>The About Us Module provides information about the bank, its mission, values, and services. It helps users understand the bank’s background, objectives, and commitment to security and customer satisfaction.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400" y="381000"/>
            <a:ext cx="88392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 EXISTING SYSTEM: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The current banking system is manual or semi-automated, relying heavily on physical documentation and in-person transactions. While some banks offer online services, many lack full automation, real-time processing, and strong security measures.</a:t>
            </a: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Challenges in the Existing System: 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Manual Processes: Customers must visit branches for account-related services, increasing wait times.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Security Risks: Traditional systems are vulnerable to fraud, data breaches, and unauthorized access. 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Limited Online Services: Many banks provide only basic online banking features, such as balance inquiries. </a:t>
            </a:r>
          </a:p>
          <a:p>
            <a:pPr marL="457200" indent="-457200"/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0"/>
            <a:ext cx="464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u="sng" dirty="0" smtClean="0">
                <a:solidFill>
                  <a:schemeClr val="bg1"/>
                </a:solidFill>
              </a:rPr>
              <a:t>SYSTEM </a:t>
            </a:r>
            <a:r>
              <a:rPr lang="en-US" sz="3600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ANALYSIS</a:t>
            </a:r>
            <a:endParaRPr lang="en-US" sz="3600" u="sng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839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PROPOSED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Proposed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Banking System aims to provide a secure, efficient, and user-friendly online banking platform for clients (customers), staff, and administrators. The system will enhance traditional banking by allowing users to manage accounts, transfer funds and handle various banking operations online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2819400"/>
            <a:ext cx="8763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Objectives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of the Proposed System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Provide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24/7 banking services to customers.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Ensure secure transactions with encryption and authentication.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Reduce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need for physical branch visits.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Improve operational efficiency for bank staff and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admins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Offer seamless fund transfers, fund withdraw and fund deposit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23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Clients (Customers): </a:t>
            </a:r>
            <a:endParaRPr lang="en-US" sz="2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Clients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can access their accounts online and perform banking transactions securely.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Features: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User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Registration &amp; Login (with Two-Factor Authentication).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Account Dashboard (View balance, transaction history, and account details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Fund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Transfers (Within the same bank or to other banks).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Bank 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Staff: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Staff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members assist customers and manage banking operations. 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Features: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Customer Management (Approve/reject new client registrations).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Transaction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Verification (Monitor and approve large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Customer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Support (Resolve complaints and inquiries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304800"/>
            <a:ext cx="88392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Generate Reports (Account statements, customer details, etc.). </a:t>
            </a:r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Admin (Bank Administrator</a:t>
            </a:r>
            <a:r>
              <a:rPr lang="en-US" sz="2800" dirty="0" smtClean="0">
                <a:solidFill>
                  <a:schemeClr val="bg1"/>
                </a:solidFill>
              </a:rPr>
              <a:t>):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    </a:t>
            </a:r>
            <a:r>
              <a:rPr lang="en-US" sz="2400" dirty="0" err="1" smtClean="0">
                <a:solidFill>
                  <a:schemeClr val="bg1"/>
                </a:solidFill>
              </a:rPr>
              <a:t>Admins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oversee the entire system and ensure smooth banking operations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Features</a:t>
            </a:r>
            <a:r>
              <a:rPr lang="en-US" sz="2400" dirty="0" smtClean="0">
                <a:solidFill>
                  <a:schemeClr val="bg1"/>
                </a:solidFill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</a:rPr>
              <a:t>  User </a:t>
            </a:r>
            <a:r>
              <a:rPr lang="en-US" sz="2400" dirty="0" smtClean="0">
                <a:solidFill>
                  <a:schemeClr val="bg1"/>
                </a:solidFill>
              </a:rPr>
              <a:t>&amp; Staff Management (Add, update, or remove accounts</a:t>
            </a:r>
            <a:r>
              <a:rPr lang="en-US" sz="2400" dirty="0" smtClean="0">
                <a:solidFill>
                  <a:schemeClr val="bg1"/>
                </a:solidFill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</a:rPr>
              <a:t>  </a:t>
            </a:r>
            <a:r>
              <a:rPr lang="en-US" sz="2400" dirty="0" smtClean="0">
                <a:solidFill>
                  <a:schemeClr val="bg1"/>
                </a:solidFill>
              </a:rPr>
              <a:t>Transaction Monitoring (Detect fraud and ensure security). </a:t>
            </a:r>
            <a:endParaRPr lang="en-US" sz="2400" dirty="0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Bank Policy Management (Set interest rates, transaction </a:t>
            </a:r>
            <a:r>
              <a:rPr lang="en-US" sz="2400" dirty="0" smtClean="0">
                <a:solidFill>
                  <a:schemeClr val="bg1"/>
                </a:solidFill>
              </a:rPr>
              <a:t>limits)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</a:rPr>
              <a:t>  System </a:t>
            </a:r>
            <a:r>
              <a:rPr lang="en-US" sz="2400" dirty="0" smtClean="0">
                <a:solidFill>
                  <a:schemeClr val="bg1"/>
                </a:solidFill>
              </a:rPr>
              <a:t>Security &amp; Logs (Audit logs and security enforcement</a:t>
            </a:r>
            <a:r>
              <a:rPr lang="en-US" sz="2400" dirty="0" smtClean="0">
                <a:solidFill>
                  <a:schemeClr val="bg1"/>
                </a:solidFill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</a:rPr>
              <a:t> Generate </a:t>
            </a:r>
            <a:r>
              <a:rPr lang="en-US" sz="2400" dirty="0" smtClean="0">
                <a:solidFill>
                  <a:schemeClr val="bg1"/>
                </a:solidFill>
              </a:rPr>
              <a:t>Reports &amp; Analytics (Performance, fraud detection, customer trends)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09600"/>
            <a:ext cx="10058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SYSTEM CONFIGURATION(Development)</a:t>
            </a:r>
          </a:p>
          <a:p>
            <a:endParaRPr lang="en-US" sz="3200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1752600"/>
            <a:ext cx="659347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OS: Windows 10,.64-BIT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RAM: 16GB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TOOLS: Visual Studio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Code,XAMPP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FRONTEND: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HTML,CSS,Java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Script,Bootstrap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BACKEND: MY SQL,PHP</a:t>
            </a:r>
            <a:endParaRPr lang="en-IN" sz="2400" dirty="0" smtClean="0">
              <a:solidFill>
                <a:schemeClr val="bg1"/>
              </a:solidFill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3400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3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(User’s System)</a:t>
            </a:r>
            <a:endParaRPr lang="en-US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1752600"/>
            <a:ext cx="6530955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OS : Any type Of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OS.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RAM : Above 4GB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BROWSERS : Microsoft Edge, Google Chrome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 Internet Connection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19400" y="4572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600" b="1" u="sng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524000"/>
            <a:ext cx="838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Conclusion, The Banking System successfully provides a secure, efficient, and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user friendly  platform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 managing banking operations. By integrating automated transactions, online account management, processing, and real-time notifications, this system enhances both customer experience and operational efficiency.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927</Words>
  <Application>Microsoft Office PowerPoint</Application>
  <PresentationFormat>On-screen Show (4:3)</PresentationFormat>
  <Paragraphs>114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lib 3</dc:creator>
  <cp:lastModifiedBy>lib 3</cp:lastModifiedBy>
  <cp:revision>31</cp:revision>
  <dcterms:created xsi:type="dcterms:W3CDTF">2025-04-02T08:52:35Z</dcterms:created>
  <dcterms:modified xsi:type="dcterms:W3CDTF">2025-04-03T10:30:18Z</dcterms:modified>
</cp:coreProperties>
</file>